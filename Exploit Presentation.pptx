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2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A90DA-362E-C112-EFEE-9E9DC7BEF935}" v="1235" dt="2019-10-23T16:01:58.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94660"/>
  </p:normalViewPr>
  <p:slideViewPr>
    <p:cSldViewPr snapToGrid="0">
      <p:cViewPr varScale="1">
        <p:scale>
          <a:sx n="94" d="100"/>
          <a:sy n="94" d="100"/>
        </p:scale>
        <p:origin x="90" y="228"/>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theme/theme1.xml" Id="rId8" /><Relationship Type="http://schemas.openxmlformats.org/officeDocument/2006/relationships/slide" Target="slides/slide2.xml" Id="rId3" /><Relationship Type="http://schemas.openxmlformats.org/officeDocument/2006/relationships/viewProps" Target="viewProps.xml" Id="rId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presProps" Target="presProps.xml" Id="rId6" /><Relationship Type="http://schemas.microsoft.com/office/2015/10/relationships/revisionInfo" Target="revisionInfo.xml" Id="rId11" /><Relationship Type="http://schemas.openxmlformats.org/officeDocument/2006/relationships/slide" Target="slides/slide4.xml" Id="rId5" /><Relationship Type="http://schemas.openxmlformats.org/officeDocument/2006/relationships/slide" Target="slides/slide3.xml" Id="rId4" /><Relationship Type="http://schemas.openxmlformats.org/officeDocument/2006/relationships/tableStyles" Target="tableStyles.xml" Id="rId9"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2233D26B-DFC2-4248-8ED0-AD3E108CBDD7}" type="datetime1">
              <a:rPr lang="en-US" smtClean="0"/>
              <a:pPr/>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8F97F932-D99A-4087-BFB1-EA42FAFC8D2C}" type="datetime1">
              <a:rPr lang="en-US" smtClean="0"/>
              <a:pPr/>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
        <p:nvSpPr>
          <p:cNvPr id="8" name="Content Placeholder 7"/>
          <p:cNvSpPr>
            <a:spLocks noGrp="1"/>
          </p:cNvSpPr>
          <p:nvPr>
            <p:ph sz="quarter" idx="13"/>
          </p:nvPr>
        </p:nvSpPr>
        <p:spPr>
          <a:xfrm>
            <a:off x="609600" y="1600200"/>
            <a:ext cx="792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C96367-2F2B-4F6E-ACF4-15FA13738E10}" type="datetime1">
              <a:rPr lang="en-US" smtClean="0"/>
              <a:pPr/>
              <a:t>10/23/2019</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1523C92-45F4-4C30-810D-4886C1BA696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8FB3498D-21C7-408B-8EF5-5B55DEF0BFD5}" type="datetime1">
              <a:rPr lang="en-US" smtClean="0"/>
              <a:pPr/>
              <a:t>10/23/2019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84DB246E-8FD1-42FF-94A4-E4133095C37A}" type="datetime1">
              <a:rPr lang="en-US" smtClean="0"/>
              <a:pPr/>
              <a:t>10/23/2019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3939D4-B818-4372-B1EE-7CB6D5BBC74A}" type="datetime1">
              <a:rPr lang="en-US" smtClean="0"/>
              <a:pPr/>
              <a:t>10/23/2019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35E438-4D0D-4834-B658-A90420491D98}" type="datetime1">
              <a:rPr lang="en-US" smtClean="0"/>
              <a:pPr/>
              <a:t>10/23/2019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F8ADFA-7142-4015-85E6-1712F15FA709}" type="datetime1">
              <a:rPr lang="en-US" smtClean="0"/>
              <a:pPr/>
              <a:t>10/23/2019</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A581E0-D653-4D78-A48F-41D80498BC7E}" type="datetime1">
              <a:rPr lang="en-US" smtClean="0"/>
              <a:pPr/>
              <a:t>10/23/2019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94C003-38E8-486A-9BFD-47E55D87241C}" type="datetime1">
              <a:rPr lang="en-US" smtClean="0"/>
              <a:pPr/>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59EAA3-934B-41DB-B3B1-806F4BE5CC37}" type="datetime1">
              <a:rPr lang="en-US" smtClean="0"/>
              <a:pPr/>
              <a:t>10/23/2019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237106-F2ED-405E-BC33-CC3CF426205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8B3AFFF1-9C47-49F0-AE12-AF188F3F4E82}" type="datetime1">
              <a:rPr lang="en-US" smtClean="0"/>
              <a:pPr/>
              <a:t>10/23/2019</a:t>
            </a:fld>
            <a:endParaRPr lang="en-US" dirty="0"/>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dirty="0"/>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8237106-F2ED-405E-BC33-CC3CF426205F}"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4729" r:id="rId1"/>
    <p:sldLayoutId id="2147484730" r:id="rId2"/>
    <p:sldLayoutId id="2147484731" r:id="rId3"/>
    <p:sldLayoutId id="2147484732" r:id="rId4"/>
    <p:sldLayoutId id="2147484733" r:id="rId5"/>
    <p:sldLayoutId id="2147484734" r:id="rId6"/>
    <p:sldLayoutId id="2147484735" r:id="rId7"/>
    <p:sldLayoutId id="2147484736" r:id="rId8"/>
    <p:sldLayoutId id="2147484737" r:id="rId9"/>
    <p:sldLayoutId id="2147484738" r:id="rId10"/>
    <p:sldLayoutId id="2147484739" r:id="rId11"/>
  </p:sldLayoutIdLst>
  <p:hf sldNum="0" hdr="0" ftr="0" dt="0"/>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linuxtopia.org/Linux_Firewall_iptables/x4700.html" TargetMode="External"/><Relationship Id="rId2" Type="http://schemas.openxmlformats.org/officeDocument/2006/relationships/hyperlink" Target="https://fortiguard.com/encyclopedia/ips/46002" TargetMode="External"/><Relationship Id="rId1" Type="http://schemas.openxmlformats.org/officeDocument/2006/relationships/slideLayout" Target="../slideLayouts/slideLayout2.xml"/><Relationship Id="rId4" Type="http://schemas.openxmlformats.org/officeDocument/2006/relationships/hyperlink" Target="https://security.stackexchange.com/questions/219559/remotely-exploit-linux-kernel-with-cve-2017-180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vert="horz" lIns="91440" tIns="45720" rIns="91440" bIns="45720" rtlCol="0" anchor="t">
            <a:normAutofit/>
          </a:bodyPr>
          <a:lstStyle/>
          <a:p>
            <a:r>
              <a:rPr lang="en-US" dirty="0">
                <a:latin typeface="Times New Roman"/>
                <a:cs typeface="Times New Roman"/>
              </a:rPr>
              <a:t>By Devon Caballero-Zarate</a:t>
            </a:r>
            <a:endParaRPr lang="en-US" dirty="0">
              <a:latin typeface="Arial Narrow"/>
              <a:cs typeface="Times New Roman"/>
            </a:endParaRPr>
          </a:p>
          <a:p>
            <a:r>
              <a:rPr lang="en-US" dirty="0">
                <a:latin typeface="Times New Roman"/>
                <a:cs typeface="Times New Roman"/>
              </a:rPr>
              <a:t>NTS330</a:t>
            </a:r>
          </a:p>
          <a:p>
            <a:r>
              <a:rPr lang="en-US" dirty="0">
                <a:latin typeface="Times New Roman"/>
                <a:cs typeface="Times New Roman"/>
              </a:rPr>
              <a:t>2019 10 21</a:t>
            </a:r>
          </a:p>
          <a:p>
            <a:r>
              <a:rPr lang="en-US" dirty="0">
                <a:latin typeface="Times New Roman"/>
                <a:cs typeface="Times New Roman"/>
              </a:rPr>
              <a:t>Dr. Greg Miles</a:t>
            </a:r>
          </a:p>
        </p:txBody>
      </p:sp>
      <p:sp>
        <p:nvSpPr>
          <p:cNvPr id="3" name="Title 2"/>
          <p:cNvSpPr>
            <a:spLocks noGrp="1"/>
          </p:cNvSpPr>
          <p:nvPr>
            <p:ph type="ctrTitle"/>
          </p:nvPr>
        </p:nvSpPr>
        <p:spPr/>
        <p:txBody>
          <a:bodyPr/>
          <a:lstStyle/>
          <a:p>
            <a:r>
              <a:rPr lang="en-US" dirty="0">
                <a:latin typeface="Times New Roman"/>
                <a:cs typeface="Times New Roman"/>
              </a:rPr>
              <a:t>Linux Kernel </a:t>
            </a:r>
            <a:r>
              <a:rPr lang="en-US" dirty="0" err="1">
                <a:latin typeface="Times New Roman"/>
                <a:cs typeface="Times New Roman"/>
              </a:rPr>
              <a:t>netfilter:xt_TCPMSS</a:t>
            </a:r>
            <a:r>
              <a:rPr lang="en-US" dirty="0">
                <a:latin typeface="Times New Roman"/>
                <a:cs typeface="Times New Roman"/>
              </a:rPr>
              <a:t> exploit</a:t>
            </a:r>
            <a:endParaRPr lang="en-US" dirty="0"/>
          </a:p>
        </p:txBody>
      </p:sp>
    </p:spTree>
    <p:extLst>
      <p:ext uri="{BB962C8B-B14F-4D97-AF65-F5344CB8AC3E}">
        <p14:creationId xmlns:p14="http://schemas.microsoft.com/office/powerpoint/2010/main" val="3183036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100000"/>
                <a:alpha val="100000"/>
                <a:satMod val="140000"/>
              </a:schemeClr>
            </a:gs>
            <a:gs pos="31000">
              <a:schemeClr val="bg1">
                <a:tint val="100000"/>
                <a:shade val="90000"/>
                <a:alpha val="100000"/>
              </a:schemeClr>
            </a:gs>
            <a:gs pos="100000">
              <a:schemeClr val="bg1">
                <a:tint val="100000"/>
                <a:shade val="80000"/>
                <a:alpha val="10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D54A5-AFC5-4E0C-AFD1-9E3F7FB93B57}"/>
              </a:ext>
            </a:extLst>
          </p:cNvPr>
          <p:cNvSpPr>
            <a:spLocks noGrp="1"/>
          </p:cNvSpPr>
          <p:nvPr>
            <p:ph type="title"/>
          </p:nvPr>
        </p:nvSpPr>
        <p:spPr>
          <a:prstGeom prst="rect">
            <a:avLst/>
          </a:prstGeom>
        </p:spPr>
        <p:txBody>
          <a:bodyPr anchor="b">
            <a:normAutofit/>
          </a:bodyPr>
          <a:lstStyle/>
          <a:p>
            <a:r>
              <a:rPr lang="en-US" sz="3000" dirty="0">
                <a:latin typeface="Times New Roman"/>
                <a:cs typeface="Times New Roman"/>
              </a:rPr>
              <a:t>What exactly is it?</a:t>
            </a:r>
          </a:p>
        </p:txBody>
      </p:sp>
      <p:sp>
        <p:nvSpPr>
          <p:cNvPr id="3" name="Content Placeholder 2">
            <a:extLst>
              <a:ext uri="{FF2B5EF4-FFF2-40B4-BE49-F238E27FC236}">
                <a16:creationId xmlns:a16="http://schemas.microsoft.com/office/drawing/2014/main" id="{927C6D6C-C3D3-4E23-9DC0-D7BDDAF2BBAC}"/>
              </a:ext>
            </a:extLst>
          </p:cNvPr>
          <p:cNvSpPr>
            <a:spLocks noGrp="1"/>
          </p:cNvSpPr>
          <p:nvPr>
            <p:ph sz="quarter" idx="13"/>
          </p:nvPr>
        </p:nvSpPr>
        <p:spPr>
          <a:prstGeom prst="rect">
            <a:avLst/>
          </a:prstGeom>
        </p:spPr>
        <p:txBody>
          <a:bodyPr vert="horz" lIns="91440" tIns="45720" rIns="91440" bIns="45720" rtlCol="0" anchor="t">
            <a:normAutofit fontScale="70000" lnSpcReduction="20000"/>
          </a:bodyPr>
          <a:lstStyle/>
          <a:p>
            <a:pPr>
              <a:lnSpc>
                <a:spcPct val="200000"/>
              </a:lnSpc>
            </a:pPr>
            <a:r>
              <a:rPr lang="en-US" sz="2000" dirty="0">
                <a:latin typeface="Times New Roman"/>
                <a:cs typeface="Times New Roman"/>
              </a:rPr>
              <a:t>The exploit/vulnerability is known as CVE-2017-18017</a:t>
            </a:r>
            <a:endParaRPr lang="en-US"/>
          </a:p>
          <a:p>
            <a:pPr>
              <a:lnSpc>
                <a:spcPct val="200000"/>
              </a:lnSpc>
            </a:pPr>
            <a:r>
              <a:rPr lang="en-US" sz="2000" dirty="0">
                <a:latin typeface="Times New Roman"/>
                <a:cs typeface="Times New Roman"/>
              </a:rPr>
              <a:t>A vulnerability that was classified as critical in the Linux Kernel versions 4.9 prior to 4.9.36 as well as prior to 4.11</a:t>
            </a:r>
          </a:p>
          <a:p>
            <a:r>
              <a:rPr lang="en-US" sz="2000" dirty="0">
                <a:latin typeface="Times New Roman"/>
                <a:cs typeface="Times New Roman"/>
              </a:rPr>
              <a:t>Definition of TCPMSS target as per </a:t>
            </a:r>
            <a:r>
              <a:rPr lang="en-US" sz="2000" dirty="0" err="1">
                <a:latin typeface="Times New Roman"/>
                <a:cs typeface="Times New Roman"/>
              </a:rPr>
              <a:t>Linuxtopia</a:t>
            </a:r>
            <a:r>
              <a:rPr lang="en-US" sz="2000" dirty="0">
                <a:latin typeface="Times New Roman"/>
                <a:cs typeface="Times New Roman"/>
              </a:rPr>
              <a:t> - "</a:t>
            </a:r>
            <a:r>
              <a:rPr lang="en-US" sz="2000" dirty="0">
                <a:ea typeface="+mn-lt"/>
                <a:cs typeface="+mn-lt"/>
              </a:rPr>
              <a:t>The </a:t>
            </a:r>
            <a:r>
              <a:rPr lang="en-US" sz="2000" b="1" dirty="0">
                <a:ea typeface="+mn-lt"/>
                <a:cs typeface="+mn-lt"/>
              </a:rPr>
              <a:t>TCPMSS</a:t>
            </a:r>
            <a:r>
              <a:rPr lang="en-US" sz="2000" dirty="0">
                <a:ea typeface="+mn-lt"/>
                <a:cs typeface="+mn-lt"/>
              </a:rPr>
              <a:t> target can be used to alter the MSS (Maximum Segment Size) value of TCP SYN packets that the firewall sees. The MSS value is used to control the maximum size of packets for specific connections. Under normal circumstances, this means the size of the MTU (Maximum Transfer Unit) value, minus 40 bytes. This is used to overcome some ISP's and servers that block ICMP fragmentation needed packets, which can result in really weird problems which can mainly be described such that everything works perfectly from your firewall/router, but your local hosts behind the firewall can't exchange large packets. This could mean such things as mail servers being able to send small mails, but not large ones, web browsers that connect but then hang with no data received, and </a:t>
            </a:r>
            <a:r>
              <a:rPr lang="en-US" sz="2000" dirty="0" err="1">
                <a:ea typeface="+mn-lt"/>
                <a:cs typeface="+mn-lt"/>
              </a:rPr>
              <a:t>ssh</a:t>
            </a:r>
            <a:r>
              <a:rPr lang="en-US" sz="2000" dirty="0">
                <a:ea typeface="+mn-lt"/>
                <a:cs typeface="+mn-lt"/>
              </a:rPr>
              <a:t> connecting properly, but </a:t>
            </a:r>
            <a:r>
              <a:rPr lang="en-US" sz="2000" dirty="0" err="1">
                <a:ea typeface="+mn-lt"/>
                <a:cs typeface="+mn-lt"/>
              </a:rPr>
              <a:t>scp</a:t>
            </a:r>
            <a:r>
              <a:rPr lang="en-US" sz="2000" dirty="0">
                <a:ea typeface="+mn-lt"/>
                <a:cs typeface="+mn-lt"/>
              </a:rPr>
              <a:t> hangs after the initial handshake. In other words, everything that uses any large packets will be unable to work. </a:t>
            </a:r>
            <a:endParaRPr lang="en-US" sz="2000" dirty="0">
              <a:latin typeface="Times New Roman"/>
              <a:ea typeface="+mn-lt"/>
              <a:cs typeface="Times New Roman"/>
            </a:endParaRPr>
          </a:p>
          <a:p>
            <a:r>
              <a:rPr lang="en-US" sz="2000" dirty="0">
                <a:ea typeface="+mn-lt"/>
                <a:cs typeface="+mn-lt"/>
              </a:rPr>
              <a:t>The TCPMSS target is able to solve these problems, by changing the size of the packets going out through a connection. Please note that we only need to set the MSS on the SYN packet since the hosts take care of the MSS after that. The target takes two arguments. </a:t>
            </a:r>
            <a:endParaRPr lang="en-US"/>
          </a:p>
          <a:p>
            <a:endParaRPr lang="en-US" sz="2000" dirty="0">
              <a:latin typeface="Times New Roman"/>
              <a:cs typeface="Times New Roman"/>
            </a:endParaRPr>
          </a:p>
        </p:txBody>
      </p:sp>
    </p:spTree>
    <p:extLst>
      <p:ext uri="{BB962C8B-B14F-4D97-AF65-F5344CB8AC3E}">
        <p14:creationId xmlns:p14="http://schemas.microsoft.com/office/powerpoint/2010/main" val="143627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8B5C6-C462-4349-BA57-72AAFF1D0752}"/>
              </a:ext>
            </a:extLst>
          </p:cNvPr>
          <p:cNvSpPr>
            <a:spLocks noGrp="1"/>
          </p:cNvSpPr>
          <p:nvPr>
            <p:ph type="title"/>
          </p:nvPr>
        </p:nvSpPr>
        <p:spPr/>
        <p:txBody>
          <a:bodyPr/>
          <a:lstStyle/>
          <a:p>
            <a:r>
              <a:rPr lang="en-US" dirty="0">
                <a:latin typeface="Times New Roman"/>
                <a:cs typeface="Times New Roman"/>
              </a:rPr>
              <a:t>What did it do?</a:t>
            </a:r>
          </a:p>
        </p:txBody>
      </p:sp>
      <p:sp>
        <p:nvSpPr>
          <p:cNvPr id="3" name="Content Placeholder 2">
            <a:extLst>
              <a:ext uri="{FF2B5EF4-FFF2-40B4-BE49-F238E27FC236}">
                <a16:creationId xmlns:a16="http://schemas.microsoft.com/office/drawing/2014/main" id="{697D989B-B138-4ABE-89B2-FD271A1F3E21}"/>
              </a:ext>
            </a:extLst>
          </p:cNvPr>
          <p:cNvSpPr>
            <a:spLocks noGrp="1"/>
          </p:cNvSpPr>
          <p:nvPr>
            <p:ph sz="quarter" idx="13"/>
          </p:nvPr>
        </p:nvSpPr>
        <p:spPr/>
        <p:txBody>
          <a:bodyPr vert="horz" lIns="91440" tIns="45720" rIns="91440" bIns="45720" rtlCol="0" anchor="t">
            <a:normAutofit/>
          </a:bodyPr>
          <a:lstStyle/>
          <a:p>
            <a:pPr>
              <a:lnSpc>
                <a:spcPct val="200000"/>
              </a:lnSpc>
            </a:pPr>
            <a:r>
              <a:rPr lang="en-US" dirty="0">
                <a:latin typeface="Times New Roman"/>
                <a:cs typeface="Times New Roman"/>
              </a:rPr>
              <a:t>It directly affected the function </a:t>
            </a:r>
            <a:r>
              <a:rPr lang="en-US" dirty="0" err="1">
                <a:latin typeface="Times New Roman"/>
                <a:cs typeface="Times New Roman"/>
              </a:rPr>
              <a:t>tcpmss_mangle_packet</a:t>
            </a:r>
            <a:r>
              <a:rPr lang="en-US" dirty="0">
                <a:latin typeface="Times New Roman"/>
                <a:cs typeface="Times New Roman"/>
              </a:rPr>
              <a:t> of the file net/</a:t>
            </a:r>
            <a:r>
              <a:rPr lang="en-US" dirty="0" err="1">
                <a:latin typeface="Times New Roman"/>
                <a:cs typeface="Times New Roman"/>
              </a:rPr>
              <a:t>netfilter</a:t>
            </a:r>
            <a:r>
              <a:rPr lang="en-US" dirty="0">
                <a:latin typeface="Times New Roman"/>
                <a:cs typeface="Times New Roman"/>
              </a:rPr>
              <a:t>/</a:t>
            </a:r>
            <a:r>
              <a:rPr lang="en-US" dirty="0" err="1">
                <a:latin typeface="Times New Roman"/>
                <a:cs typeface="Times New Roman"/>
              </a:rPr>
              <a:t>xt_TCPMSS.c</a:t>
            </a:r>
            <a:endParaRPr lang="en-US" dirty="0">
              <a:latin typeface="Times New Roman"/>
              <a:cs typeface="Times New Roman"/>
            </a:endParaRPr>
          </a:p>
          <a:p>
            <a:pPr>
              <a:lnSpc>
                <a:spcPct val="200000"/>
              </a:lnSpc>
            </a:pPr>
            <a:r>
              <a:rPr lang="en-US" dirty="0">
                <a:latin typeface="Times New Roman"/>
                <a:cs typeface="Times New Roman"/>
              </a:rPr>
              <a:t>The manipulation led to a memory corruption vulnerability (Use-After-Free)</a:t>
            </a:r>
          </a:p>
          <a:p>
            <a:pPr>
              <a:lnSpc>
                <a:spcPct val="200000"/>
              </a:lnSpc>
            </a:pPr>
            <a:r>
              <a:rPr lang="en-US" dirty="0">
                <a:latin typeface="Times New Roman"/>
                <a:cs typeface="Times New Roman"/>
              </a:rPr>
              <a:t>It allowed the attacker to attack remotely causing a DOS (Denial of Service) attack or even and up to arbitrary code execution on the effected system.</a:t>
            </a:r>
          </a:p>
        </p:txBody>
      </p:sp>
    </p:spTree>
    <p:extLst>
      <p:ext uri="{BB962C8B-B14F-4D97-AF65-F5344CB8AC3E}">
        <p14:creationId xmlns:p14="http://schemas.microsoft.com/office/powerpoint/2010/main" val="27648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2570-B7CF-4E24-B945-F48CC4E8A520}"/>
              </a:ext>
            </a:extLst>
          </p:cNvPr>
          <p:cNvSpPr>
            <a:spLocks noGrp="1"/>
          </p:cNvSpPr>
          <p:nvPr>
            <p:ph type="title"/>
          </p:nvPr>
        </p:nvSpPr>
        <p:spPr/>
        <p:txBody>
          <a:bodyPr/>
          <a:lstStyle/>
          <a:p>
            <a:r>
              <a:rPr lang="en-US" dirty="0">
                <a:latin typeface="Times New Roman"/>
                <a:cs typeface="Times New Roman"/>
              </a:rPr>
              <a:t>Sources</a:t>
            </a:r>
          </a:p>
        </p:txBody>
      </p:sp>
      <p:sp>
        <p:nvSpPr>
          <p:cNvPr id="3" name="Content Placeholder 2">
            <a:extLst>
              <a:ext uri="{FF2B5EF4-FFF2-40B4-BE49-F238E27FC236}">
                <a16:creationId xmlns:a16="http://schemas.microsoft.com/office/drawing/2014/main" id="{37366B32-B968-481D-9B6A-08A301E63F4F}"/>
              </a:ext>
            </a:extLst>
          </p:cNvPr>
          <p:cNvSpPr>
            <a:spLocks noGrp="1"/>
          </p:cNvSpPr>
          <p:nvPr>
            <p:ph sz="quarter" idx="13"/>
          </p:nvPr>
        </p:nvSpPr>
        <p:spPr/>
        <p:txBody>
          <a:bodyPr vert="horz" lIns="91440" tIns="45720" rIns="91440" bIns="45720" rtlCol="0" anchor="t">
            <a:normAutofit/>
          </a:bodyPr>
          <a:lstStyle/>
          <a:p>
            <a:pPr algn="ctr"/>
            <a:r>
              <a:rPr lang="en-US" dirty="0">
                <a:ea typeface="+mn-lt"/>
                <a:cs typeface="+mn-lt"/>
              </a:rPr>
              <a:t>References</a:t>
            </a:r>
            <a:endParaRPr lang="en-US" dirty="0"/>
          </a:p>
          <a:p>
            <a:r>
              <a:rPr lang="en-US" dirty="0" err="1">
                <a:ea typeface="+mn-lt"/>
                <a:cs typeface="+mn-lt"/>
              </a:rPr>
              <a:t>Linux.Kernel.Netfilter.xt_TCPMSS.DoS</a:t>
            </a:r>
            <a:r>
              <a:rPr lang="en-US" dirty="0">
                <a:ea typeface="+mn-lt"/>
                <a:cs typeface="+mn-lt"/>
              </a:rPr>
              <a:t> | IPS. (n.d.). Retrieved from </a:t>
            </a:r>
            <a:r>
              <a:rPr lang="en-US" dirty="0">
                <a:ea typeface="+mn-lt"/>
                <a:cs typeface="+mn-lt"/>
                <a:hlinkClick r:id="rId2"/>
              </a:rPr>
              <a:t>https://fortiguard.com/encyclopedia/ips/46002</a:t>
            </a:r>
            <a:endParaRPr lang="en-US"/>
          </a:p>
          <a:p>
            <a:r>
              <a:rPr lang="en-US" dirty="0">
                <a:ea typeface="+mn-lt"/>
                <a:cs typeface="+mn-lt"/>
              </a:rPr>
              <a:t>Linux Packet Filtering and iptables - TCPMSS target. (n.d.). Retrieved from </a:t>
            </a:r>
            <a:r>
              <a:rPr lang="en-US" dirty="0">
                <a:ea typeface="+mn-lt"/>
                <a:cs typeface="+mn-lt"/>
                <a:hlinkClick r:id="rId3"/>
              </a:rPr>
              <a:t>https://www.linuxtopia.org/Linux_Firewall_iptables/x4700.html</a:t>
            </a:r>
            <a:endParaRPr lang="en-US" dirty="0">
              <a:ea typeface="+mn-lt"/>
              <a:cs typeface="+mn-lt"/>
            </a:endParaRPr>
          </a:p>
          <a:p>
            <a:r>
              <a:rPr lang="en-US" dirty="0">
                <a:ea typeface="+mn-lt"/>
                <a:cs typeface="+mn-lt"/>
              </a:rPr>
              <a:t>Remotely exploit Linux kernel with CVE-2017-18017? (n.d.). Retrieved from </a:t>
            </a:r>
            <a:r>
              <a:rPr lang="en-US" dirty="0">
                <a:ea typeface="+mn-lt"/>
                <a:cs typeface="+mn-lt"/>
                <a:hlinkClick r:id="rId4"/>
              </a:rPr>
              <a:t>https://security.stackexchange.com/questions/219559/remotely-exploit-linux-kernel-with-cve-2017-18017</a:t>
            </a:r>
            <a:endParaRPr lang="en-US" dirty="0">
              <a:ea typeface="+mn-lt"/>
              <a:cs typeface="+mn-lt"/>
            </a:endParaRPr>
          </a:p>
          <a:p>
            <a:r>
              <a:rPr lang="en-US" dirty="0">
                <a:ea typeface="+mn-lt"/>
                <a:cs typeface="+mn-lt"/>
              </a:rPr>
              <a:t>Linux Kernel up to 4.9.35/4.10 </a:t>
            </a:r>
            <a:r>
              <a:rPr lang="en-US" dirty="0" err="1">
                <a:ea typeface="+mn-lt"/>
                <a:cs typeface="+mn-lt"/>
              </a:rPr>
              <a:t>xt_TCPMSS.c</a:t>
            </a:r>
            <a:r>
              <a:rPr lang="en-US" dirty="0">
                <a:ea typeface="+mn-lt"/>
                <a:cs typeface="+mn-lt"/>
              </a:rPr>
              <a:t> </a:t>
            </a:r>
            <a:r>
              <a:rPr lang="en-US" dirty="0" err="1">
                <a:ea typeface="+mn-lt"/>
                <a:cs typeface="+mn-lt"/>
              </a:rPr>
              <a:t>tcpmss_mangle_packet</a:t>
            </a:r>
            <a:r>
              <a:rPr lang="en-US" dirty="0">
                <a:ea typeface="+mn-lt"/>
                <a:cs typeface="+mn-lt"/>
              </a:rPr>
              <a:t> Packet memory corruption. (n.d.). Retrieved from https://vuldb.com/?id.111303</a:t>
            </a:r>
            <a:endParaRPr lang="en-US" dirty="0"/>
          </a:p>
        </p:txBody>
      </p:sp>
    </p:spTree>
    <p:extLst>
      <p:ext uri="{BB962C8B-B14F-4D97-AF65-F5344CB8AC3E}">
        <p14:creationId xmlns:p14="http://schemas.microsoft.com/office/powerpoint/2010/main" val="1395413463"/>
      </p:ext>
    </p:extLst>
  </p:cSld>
  <p:clrMapOvr>
    <a:masterClrMapping/>
  </p:clrMapOvr>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0</TotalTime>
  <Words>0</Words>
  <Application>Microsoft Office PowerPoint</Application>
  <PresentationFormat>On-screen Show (4:3)</PresentationFormat>
  <Paragraphs>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Horizon</vt:lpstr>
      <vt:lpstr>Linux Kernel netfilter:xt_TCPMSS exploit</vt:lpstr>
      <vt:lpstr>What exactly is it?</vt:lpstr>
      <vt:lpstr>What did it do?</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210</cp:revision>
  <dcterms:created xsi:type="dcterms:W3CDTF">2019-10-23T14:43:50Z</dcterms:created>
  <dcterms:modified xsi:type="dcterms:W3CDTF">2019-10-23T16:01:58Z</dcterms:modified>
</cp:coreProperties>
</file>