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9"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5DD519-ECE3-4D60-81A4-1D805298F718}" v="3248" dt="2020-03-02T06:50:53.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viewProps" Target="viewProps.xml" Id="rId8" /><Relationship Type="http://schemas.openxmlformats.org/officeDocument/2006/relationships/slide" Target="slides/slide2.xml" Id="rId3" /><Relationship Type="http://schemas.openxmlformats.org/officeDocument/2006/relationships/presProps" Target="presProps.xml" Id="rId7" /><Relationship Type="http://schemas.microsoft.com/office/2015/10/relationships/revisionInfo" Target="revisionInfo.xml" Id="rId12"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4.xml" Id="rId5" /><Relationship Type="http://schemas.openxmlformats.org/officeDocument/2006/relationships/tableStyles" Target="tableStyles.xml" Id="rId10" /><Relationship Type="http://schemas.openxmlformats.org/officeDocument/2006/relationships/slide" Target="slides/slide3.xml" Id="rId4" /><Relationship Type="http://schemas.openxmlformats.org/officeDocument/2006/relationships/theme" Target="theme/theme1.xml" Id="rId9"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3/1/2020</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578548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8C94063-DF36-4330-A365-08DA1FA5B7D6}" type="datetimeFigureOut">
              <a:rPr lang="en-US" dirty="0"/>
              <a:t>3/1/2020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16344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3/1/2020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4694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DFCFA4AC-08CC-42CE-BD01-C191750A04EC}" type="datetimeFigureOut">
              <a:rPr lang="en-US" dirty="0"/>
              <a:t>3/1/2020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8212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BA7A723-92A7-435B-B681-F25B092FEFEB}" type="datetimeFigureOut">
              <a:rPr lang="en-US" dirty="0"/>
              <a:t>3/1/2020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27980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3/1/2020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606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3/1/2020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01654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dirty="0"/>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3/1/2020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92538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dirty="0"/>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3/1/2020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89826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033E54A-A8CA-48C1-9504-691B58049D29}" type="datetimeFigureOut">
              <a:rPr lang="en-US" dirty="0"/>
              <a:t>3/1/2020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0304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5F6C806-BBF7-471C-9527-881CE2266695}" type="datetimeFigureOut">
              <a:rPr lang="en-US" dirty="0"/>
              <a:t>3/1/2020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502012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3/1/2020</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90518912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A5JILc50vn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6801-0829-4C27-B75F-A25B3895A5AC}"/>
              </a:ext>
            </a:extLst>
          </p:cNvPr>
          <p:cNvSpPr>
            <a:spLocks noGrp="1"/>
          </p:cNvSpPr>
          <p:nvPr>
            <p:ph type="ctrTitle"/>
          </p:nvPr>
        </p:nvSpPr>
        <p:spPr/>
        <p:txBody>
          <a:bodyPr/>
          <a:lstStyle/>
          <a:p>
            <a:r>
              <a:rPr lang="en-US" sz="6000" dirty="0" err="1">
                <a:latin typeface="Times New Roman"/>
                <a:cs typeface="Times New Roman"/>
              </a:rPr>
              <a:t>Homlessness,Drug</a:t>
            </a:r>
            <a:r>
              <a:rPr lang="en-US" sz="6000" dirty="0">
                <a:latin typeface="Times New Roman"/>
                <a:cs typeface="Times New Roman"/>
              </a:rPr>
              <a:t> Addictions, Mental Health &amp; Veterans</a:t>
            </a:r>
            <a:endParaRPr lang="en-US" dirty="0"/>
          </a:p>
        </p:txBody>
      </p:sp>
      <p:sp>
        <p:nvSpPr>
          <p:cNvPr id="3" name="Subtitle 2">
            <a:extLst>
              <a:ext uri="{FF2B5EF4-FFF2-40B4-BE49-F238E27FC236}">
                <a16:creationId xmlns:a16="http://schemas.microsoft.com/office/drawing/2014/main" id="{9EB78EAB-F5F7-4B7F-9B59-2507A7FA5EB0}"/>
              </a:ext>
            </a:extLst>
          </p:cNvPr>
          <p:cNvSpPr>
            <a:spLocks noGrp="1"/>
          </p:cNvSpPr>
          <p:nvPr>
            <p:ph type="subTitle" idx="1"/>
          </p:nvPr>
        </p:nvSpPr>
        <p:spPr/>
        <p:txBody>
          <a:bodyPr vert="horz" lIns="91440" tIns="45720" rIns="91440" bIns="45720" rtlCol="0" anchor="t">
            <a:normAutofit/>
          </a:bodyPr>
          <a:lstStyle/>
          <a:p>
            <a:r>
              <a:rPr lang="en-US" sz="2000" dirty="0"/>
              <a:t>Devon Caballero-Zarate</a:t>
            </a:r>
          </a:p>
          <a:p>
            <a:r>
              <a:rPr lang="en-US" sz="2000" dirty="0"/>
              <a:t>SS320</a:t>
            </a:r>
          </a:p>
          <a:p>
            <a:r>
              <a:rPr lang="en-US" sz="2000" dirty="0"/>
              <a:t>Dr David Brokaw</a:t>
            </a:r>
          </a:p>
        </p:txBody>
      </p:sp>
    </p:spTree>
    <p:extLst>
      <p:ext uri="{BB962C8B-B14F-4D97-AF65-F5344CB8AC3E}">
        <p14:creationId xmlns:p14="http://schemas.microsoft.com/office/powerpoint/2010/main" val="316163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erson sitting on a suitcase&#10;&#10;Description generated with high confidence">
            <a:extLst>
              <a:ext uri="{FF2B5EF4-FFF2-40B4-BE49-F238E27FC236}">
                <a16:creationId xmlns:a16="http://schemas.microsoft.com/office/drawing/2014/main" id="{D526A3EF-A95B-46D6-B039-1156DF62A2E3}"/>
              </a:ext>
            </a:extLst>
          </p:cNvPr>
          <p:cNvPicPr>
            <a:picLocks noChangeAspect="1"/>
          </p:cNvPicPr>
          <p:nvPr/>
        </p:nvPicPr>
        <p:blipFill rotWithShape="1">
          <a:blip r:embed="rId2">
            <a:duotone>
              <a:prstClr val="black"/>
              <a:schemeClr val="tx2">
                <a:tint val="45000"/>
                <a:satMod val="400000"/>
              </a:schemeClr>
            </a:duotone>
          </a:blip>
          <a:srcRect l="7375"/>
          <a:stretch/>
        </p:blipFill>
        <p:spPr>
          <a:xfrm>
            <a:off x="20" y="10"/>
            <a:ext cx="11292820" cy="6857990"/>
          </a:xfrm>
          <a:prstGeom prst="rect">
            <a:avLst/>
          </a:prstGeom>
        </p:spPr>
      </p:pic>
      <p:sp>
        <p:nvSpPr>
          <p:cNvPr id="2" name="Title 1">
            <a:extLst>
              <a:ext uri="{FF2B5EF4-FFF2-40B4-BE49-F238E27FC236}">
                <a16:creationId xmlns:a16="http://schemas.microsoft.com/office/drawing/2014/main" id="{8E21491E-F763-4FA6-A362-A275ABA987FB}"/>
              </a:ext>
            </a:extLst>
          </p:cNvPr>
          <p:cNvSpPr>
            <a:spLocks noGrp="1"/>
          </p:cNvSpPr>
          <p:nvPr>
            <p:ph type="title"/>
          </p:nvPr>
        </p:nvSpPr>
        <p:spPr>
          <a:xfrm>
            <a:off x="4050889" y="365757"/>
            <a:ext cx="6784259" cy="1872825"/>
          </a:xfrm>
        </p:spPr>
        <p:txBody>
          <a:bodyPr>
            <a:normAutofit/>
          </a:bodyPr>
          <a:lstStyle/>
          <a:p>
            <a:r>
              <a:rPr lang="en-US">
                <a:solidFill>
                  <a:schemeClr val="bg1"/>
                </a:solidFill>
              </a:rPr>
              <a:t>Homeless Vets</a:t>
            </a:r>
          </a:p>
        </p:txBody>
      </p:sp>
      <p:sp>
        <p:nvSpPr>
          <p:cNvPr id="3" name="Content Placeholder 2">
            <a:extLst>
              <a:ext uri="{FF2B5EF4-FFF2-40B4-BE49-F238E27FC236}">
                <a16:creationId xmlns:a16="http://schemas.microsoft.com/office/drawing/2014/main" id="{875EF121-3728-4BD5-A09F-33921BA9C64D}"/>
              </a:ext>
            </a:extLst>
          </p:cNvPr>
          <p:cNvSpPr>
            <a:spLocks noGrp="1"/>
          </p:cNvSpPr>
          <p:nvPr>
            <p:ph idx="1"/>
          </p:nvPr>
        </p:nvSpPr>
        <p:spPr>
          <a:xfrm>
            <a:off x="4050889" y="2560316"/>
            <a:ext cx="6784259" cy="3638871"/>
          </a:xfrm>
        </p:spPr>
        <p:txBody>
          <a:bodyPr vert="horz" lIns="91440" tIns="45720" rIns="91440" bIns="45720" rtlCol="0">
            <a:normAutofit/>
          </a:bodyPr>
          <a:lstStyle/>
          <a:p>
            <a:r>
              <a:rPr lang="en-US">
                <a:solidFill>
                  <a:schemeClr val="bg1"/>
                </a:solidFill>
                <a:latin typeface="Times New Roman"/>
                <a:cs typeface="Times New Roman"/>
              </a:rPr>
              <a:t>According to the U.S. Department of Veterans Affairs at any given time there are 131,000 homeless vets on the street and double that will be on the street at least one time throughout the year if not more.</a:t>
            </a:r>
          </a:p>
          <a:p>
            <a:r>
              <a:rPr lang="en-US">
                <a:solidFill>
                  <a:schemeClr val="bg1"/>
                </a:solidFill>
                <a:latin typeface="Times New Roman"/>
                <a:cs typeface="Times New Roman"/>
              </a:rPr>
              <a:t>Approximately 40 percent of homeless vets are men even though veterans only account for 34 percent of the total homeless population</a:t>
            </a:r>
          </a:p>
          <a:p>
            <a:endParaRPr lang="en-US">
              <a:solidFill>
                <a:schemeClr val="bg1"/>
              </a:solidFill>
              <a:latin typeface="Times New Roman"/>
              <a:cs typeface="Times New Roman"/>
            </a:endParaRPr>
          </a:p>
        </p:txBody>
      </p:sp>
    </p:spTree>
    <p:extLst>
      <p:ext uri="{BB962C8B-B14F-4D97-AF65-F5344CB8AC3E}">
        <p14:creationId xmlns:p14="http://schemas.microsoft.com/office/powerpoint/2010/main" val="335908392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erson sitting on a bench&#10;&#10;Description generated with high confidence">
            <a:extLst>
              <a:ext uri="{FF2B5EF4-FFF2-40B4-BE49-F238E27FC236}">
                <a16:creationId xmlns:a16="http://schemas.microsoft.com/office/drawing/2014/main" id="{CF406216-1B78-484E-BE16-D10251D2486F}"/>
              </a:ext>
            </a:extLst>
          </p:cNvPr>
          <p:cNvPicPr>
            <a:picLocks noChangeAspect="1"/>
          </p:cNvPicPr>
          <p:nvPr/>
        </p:nvPicPr>
        <p:blipFill rotWithShape="1">
          <a:blip r:embed="rId2">
            <a:alphaModFix amt="35000"/>
          </a:blip>
          <a:srcRect b="9020"/>
          <a:stretch/>
        </p:blipFill>
        <p:spPr>
          <a:xfrm>
            <a:off x="20" y="10"/>
            <a:ext cx="11292820" cy="6857990"/>
          </a:xfrm>
          <a:prstGeom prst="rect">
            <a:avLst/>
          </a:prstGeom>
        </p:spPr>
      </p:pic>
      <p:sp>
        <p:nvSpPr>
          <p:cNvPr id="2" name="Title 1">
            <a:extLst>
              <a:ext uri="{FF2B5EF4-FFF2-40B4-BE49-F238E27FC236}">
                <a16:creationId xmlns:a16="http://schemas.microsoft.com/office/drawing/2014/main" id="{482FA2A5-8145-463A-AE2F-ABC0CABFD2D7}"/>
              </a:ext>
            </a:extLst>
          </p:cNvPr>
          <p:cNvSpPr>
            <a:spLocks noGrp="1"/>
          </p:cNvSpPr>
          <p:nvPr>
            <p:ph type="title"/>
          </p:nvPr>
        </p:nvSpPr>
        <p:spPr/>
        <p:txBody>
          <a:bodyPr>
            <a:normAutofit/>
          </a:bodyPr>
          <a:lstStyle/>
          <a:p>
            <a:r>
              <a:rPr lang="en-US">
                <a:solidFill>
                  <a:schemeClr val="bg1"/>
                </a:solidFill>
                <a:latin typeface="Times New Roman"/>
                <a:cs typeface="Times New Roman"/>
              </a:rPr>
              <a:t>Veterans and Drugs</a:t>
            </a:r>
            <a:endParaRPr lang="en-US">
              <a:solidFill>
                <a:schemeClr val="bg1"/>
              </a:solidFill>
            </a:endParaRPr>
          </a:p>
        </p:txBody>
      </p:sp>
      <p:sp>
        <p:nvSpPr>
          <p:cNvPr id="3" name="Content Placeholder 2">
            <a:extLst>
              <a:ext uri="{FF2B5EF4-FFF2-40B4-BE49-F238E27FC236}">
                <a16:creationId xmlns:a16="http://schemas.microsoft.com/office/drawing/2014/main" id="{504D4E3A-A72B-40D4-A3C2-66A065D340D3}"/>
              </a:ext>
            </a:extLst>
          </p:cNvPr>
          <p:cNvSpPr>
            <a:spLocks noGrp="1"/>
          </p:cNvSpPr>
          <p:nvPr>
            <p:ph idx="1"/>
          </p:nvPr>
        </p:nvSpPr>
        <p:spPr>
          <a:xfrm>
            <a:off x="1261872" y="2005739"/>
            <a:ext cx="8595360" cy="4174398"/>
          </a:xfrm>
        </p:spPr>
        <p:txBody>
          <a:bodyPr vert="horz" lIns="91440" tIns="45720" rIns="91440" bIns="45720" rtlCol="0">
            <a:normAutofit/>
          </a:bodyPr>
          <a:lstStyle/>
          <a:p>
            <a:r>
              <a:rPr lang="en-US">
                <a:solidFill>
                  <a:schemeClr val="bg1"/>
                </a:solidFill>
                <a:latin typeface="Times New Roman"/>
                <a:cs typeface="Times New Roman"/>
              </a:rPr>
              <a:t>According to the Substance Abuse and Mental Health Administration 21 percent of all veterans who found their way into some type of substance abuse treatment were homeless</a:t>
            </a:r>
          </a:p>
          <a:p>
            <a:r>
              <a:rPr lang="en-US">
                <a:solidFill>
                  <a:schemeClr val="bg1"/>
                </a:solidFill>
                <a:latin typeface="Times New Roman"/>
                <a:cs typeface="Times New Roman"/>
              </a:rPr>
              <a:t>The poison of choice of most homeless veterans is alcohol, meth, heroin (shootable or prescription  pill form), crack cocaine and fentanyl </a:t>
            </a:r>
          </a:p>
          <a:p>
            <a:r>
              <a:rPr lang="en-US">
                <a:solidFill>
                  <a:schemeClr val="bg1"/>
                </a:solidFill>
                <a:latin typeface="Times New Roman"/>
                <a:cs typeface="Times New Roman"/>
              </a:rPr>
              <a:t>The main causes of problems that lead to the addiction are the traumatic experiences that leave both physical and psychological scars</a:t>
            </a:r>
          </a:p>
        </p:txBody>
      </p:sp>
    </p:spTree>
    <p:extLst>
      <p:ext uri="{BB962C8B-B14F-4D97-AF65-F5344CB8AC3E}">
        <p14:creationId xmlns:p14="http://schemas.microsoft.com/office/powerpoint/2010/main" val="349888275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C32D-3E35-4407-8C0C-905CF9917B50}"/>
              </a:ext>
            </a:extLst>
          </p:cNvPr>
          <p:cNvSpPr>
            <a:spLocks noGrp="1"/>
          </p:cNvSpPr>
          <p:nvPr>
            <p:ph type="title"/>
          </p:nvPr>
        </p:nvSpPr>
        <p:spPr/>
        <p:txBody>
          <a:bodyPr>
            <a:normAutofit/>
          </a:bodyPr>
          <a:lstStyle/>
          <a:p>
            <a:r>
              <a:rPr lang="en-US" dirty="0">
                <a:latin typeface="Times New Roman"/>
                <a:cs typeface="Times New Roman"/>
              </a:rPr>
              <a:t>Veterans and Mental Health</a:t>
            </a:r>
            <a:endParaRPr lang="en-US" dirty="0"/>
          </a:p>
        </p:txBody>
      </p:sp>
      <p:sp>
        <p:nvSpPr>
          <p:cNvPr id="3" name="Content Placeholder 2">
            <a:extLst>
              <a:ext uri="{FF2B5EF4-FFF2-40B4-BE49-F238E27FC236}">
                <a16:creationId xmlns:a16="http://schemas.microsoft.com/office/drawing/2014/main" id="{F3B2EA5A-4312-406D-8E28-C143BBBCF705}"/>
              </a:ext>
            </a:extLst>
          </p:cNvPr>
          <p:cNvSpPr>
            <a:spLocks noGrp="1"/>
          </p:cNvSpPr>
          <p:nvPr>
            <p:ph idx="1"/>
          </p:nvPr>
        </p:nvSpPr>
        <p:spPr>
          <a:xfrm>
            <a:off x="1261872" y="1933575"/>
            <a:ext cx="4401509" cy="4246562"/>
          </a:xfrm>
        </p:spPr>
        <p:txBody>
          <a:bodyPr vert="horz" lIns="91440" tIns="45720" rIns="91440" bIns="45720" rtlCol="0">
            <a:normAutofit/>
          </a:bodyPr>
          <a:lstStyle/>
          <a:p>
            <a:r>
              <a:rPr lang="en-US" sz="1500">
                <a:latin typeface="Times New Roman"/>
                <a:cs typeface="Times New Roman"/>
              </a:rPr>
              <a:t>According to the U.S. Department of Veteran Affairs over 80 percent of mental health issues</a:t>
            </a:r>
          </a:p>
          <a:p>
            <a:r>
              <a:rPr lang="en-US" sz="1500">
                <a:latin typeface="Times New Roman"/>
                <a:cs typeface="Times New Roman"/>
              </a:rPr>
              <a:t>PTSD is one of the more prevalent but due the backlog of cases, most cant get care</a:t>
            </a:r>
          </a:p>
          <a:p>
            <a:r>
              <a:rPr lang="en-US" sz="1500">
                <a:latin typeface="Times New Roman"/>
                <a:cs typeface="Times New Roman"/>
              </a:rPr>
              <a:t>Schizophrenia, Hallucinations, Personality Disorder, and IED are just a few of the severe and horrific diagnoses that our vets are hit with every day.</a:t>
            </a:r>
          </a:p>
          <a:p>
            <a:r>
              <a:rPr lang="en-US" sz="1500">
                <a:latin typeface="Times New Roman"/>
                <a:cs typeface="Times New Roman"/>
              </a:rPr>
              <a:t>Also according to Military.com and US Department of Veterans Affairs, a minimum of 60,000 veterans  between 2008-2017 have chosen the route of taking their own life due to improper care or a complete lack there of because the country they were willing to die for didn’t' give a damn about them.  </a:t>
            </a:r>
          </a:p>
        </p:txBody>
      </p:sp>
      <p:pic>
        <p:nvPicPr>
          <p:cNvPr id="4" name="Picture 4" descr="A picture containing food&#10;&#10;Description generated with very high confidence">
            <a:extLst>
              <a:ext uri="{FF2B5EF4-FFF2-40B4-BE49-F238E27FC236}">
                <a16:creationId xmlns:a16="http://schemas.microsoft.com/office/drawing/2014/main" id="{3016F197-EF65-45BF-9EF2-1EBA50F596D7}"/>
              </a:ext>
            </a:extLst>
          </p:cNvPr>
          <p:cNvPicPr>
            <a:picLocks noChangeAspect="1"/>
          </p:cNvPicPr>
          <p:nvPr/>
        </p:nvPicPr>
        <p:blipFill>
          <a:blip r:embed="rId2"/>
          <a:stretch>
            <a:fillRect/>
          </a:stretch>
        </p:blipFill>
        <p:spPr>
          <a:xfrm>
            <a:off x="6095999" y="2046924"/>
            <a:ext cx="4807287" cy="3413174"/>
          </a:xfrm>
          <a:prstGeom prst="rect">
            <a:avLst/>
          </a:prstGeom>
        </p:spPr>
      </p:pic>
    </p:spTree>
    <p:extLst>
      <p:ext uri="{BB962C8B-B14F-4D97-AF65-F5344CB8AC3E}">
        <p14:creationId xmlns:p14="http://schemas.microsoft.com/office/powerpoint/2010/main" val="244847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9F64-6B79-443D-ABB5-53AF4ACC8471}"/>
              </a:ext>
            </a:extLst>
          </p:cNvPr>
          <p:cNvSpPr>
            <a:spLocks noGrp="1"/>
          </p:cNvSpPr>
          <p:nvPr>
            <p:ph type="title"/>
          </p:nvPr>
        </p:nvSpPr>
        <p:spPr/>
        <p:txBody>
          <a:bodyPr/>
          <a:lstStyle/>
          <a:p>
            <a:r>
              <a:rPr lang="en-US" dirty="0">
                <a:latin typeface="Times New Roman"/>
                <a:cs typeface="Times New Roman"/>
              </a:rPr>
              <a:t>Video Proof</a:t>
            </a:r>
            <a:endParaRPr lang="en-US" dirty="0"/>
          </a:p>
        </p:txBody>
      </p:sp>
      <p:sp>
        <p:nvSpPr>
          <p:cNvPr id="3" name="Content Placeholder 2">
            <a:extLst>
              <a:ext uri="{FF2B5EF4-FFF2-40B4-BE49-F238E27FC236}">
                <a16:creationId xmlns:a16="http://schemas.microsoft.com/office/drawing/2014/main" id="{6541C3EC-6097-4B0A-9EC9-DA713C6C16E8}"/>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2"/>
              </a:rPr>
              <a:t>https://www.youtube.com/watch?v=A5JILc50vnI</a:t>
            </a:r>
            <a:endParaRPr lang="en-US">
              <a:ea typeface="+mn-lt"/>
              <a:cs typeface="+mn-lt"/>
            </a:endParaRPr>
          </a:p>
          <a:p>
            <a:endParaRPr lang="en-US" dirty="0"/>
          </a:p>
        </p:txBody>
      </p:sp>
    </p:spTree>
    <p:extLst>
      <p:ext uri="{BB962C8B-B14F-4D97-AF65-F5344CB8AC3E}">
        <p14:creationId xmlns:p14="http://schemas.microsoft.com/office/powerpoint/2010/main" val="50014442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View</vt:lpstr>
      <vt:lpstr>Homlessness,Drug Addictions, Mental Health &amp; Veterans</vt:lpstr>
      <vt:lpstr>Homeless Vets</vt:lpstr>
      <vt:lpstr>Veterans and Drugs</vt:lpstr>
      <vt:lpstr>Veterans and Mental Health</vt:lpstr>
      <vt:lpstr>Video Proof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412</cp:revision>
  <dcterms:created xsi:type="dcterms:W3CDTF">2020-03-02T05:37:46Z</dcterms:created>
  <dcterms:modified xsi:type="dcterms:W3CDTF">2020-03-02T06:50:53Z</dcterms:modified>
</cp:coreProperties>
</file>